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0" y="2395728"/>
            <a:ext cx="192024" cy="457200"/>
          </a:xfrm>
          <a:prstGeom prst="rect">
            <a:avLst/>
          </a:prstGeom>
          <a:solidFill>
            <a:srgbClr val="161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0" y="2395728"/>
            <a:ext cx="457200" cy="192024"/>
          </a:xfrm>
          <a:prstGeom prst="rect">
            <a:avLst/>
          </a:prstGeom>
          <a:solidFill>
            <a:srgbClr val="161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60" y="214884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>
                <a:solidFill>
                  <a:srgbClr val="16191D"/>
                </a:solidFill>
                <a:latin typeface="Public Sans"/>
              </a:rPr>
              <a:t>Curbcut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324612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57606A"/>
                </a:solidFill>
                <a:latin typeface="Public Sans"/>
              </a:rPr>
              <a:t>Accessibility patches, and the proof each one worked.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42062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7606A"/>
                </a:solidFill>
                <a:latin typeface="IBM Plex Mono"/>
              </a:rPr>
              <a:t>All Things Agentic Hackathon   ·   Taskmaster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0515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7606A"/>
                </a:solidFill>
                <a:latin typeface="IBM Plex Mono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783080"/>
            <a:ext cx="9144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0800" b="1">
                <a:solidFill>
                  <a:srgbClr val="16191D"/>
                </a:solidFill>
                <a:latin typeface="Public Sans"/>
              </a:rPr>
              <a:t>97.7%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611880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000" b="0">
                <a:solidFill>
                  <a:srgbClr val="16191D"/>
                </a:solidFill>
                <a:latin typeface="Public Sans"/>
              </a:rPr>
              <a:t>of the 130 real project websites we scanned
have accessibility violations.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5074920"/>
            <a:ext cx="9601200" cy="9525"/>
          </a:xfrm>
          <a:prstGeom prst="rect">
            <a:avLst/>
          </a:prstGeom>
          <a:solidFill>
            <a:srgbClr val="D6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5303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7606A"/>
                </a:solidFill>
                <a:latin typeface="IBM Plex Mono"/>
              </a:rPr>
              <a:t>4,113 violations found     ·     2,430 a machine can fix     ·     WebAIM Million says 95.9% of the top million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0515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7606A"/>
                </a:solidFill>
                <a:latin typeface="IBM Plex Mono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691640"/>
            <a:ext cx="100584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1">
                <a:solidFill>
                  <a:srgbClr val="16191D"/>
                </a:solidFill>
                <a:latin typeface="Public Sans"/>
              </a:rPr>
              <a:t>Detection was never the problem.
Remediation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3749039"/>
            <a:ext cx="3017520" cy="1371600"/>
          </a:xfrm>
          <a:prstGeom prst="rect">
            <a:avLst/>
          </a:prstGeom>
          <a:solidFill>
            <a:srgbClr val="F7F8F9"/>
          </a:solidFill>
          <a:ln w="9525">
            <a:solidFill>
              <a:srgbClr val="D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72768" y="404164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91D"/>
                </a:solidFill>
                <a:latin typeface="Public Sans"/>
              </a:rPr>
              <a:t>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4498848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57606A"/>
                </a:solidFill>
                <a:latin typeface="Public Sans"/>
              </a:rPr>
              <a:t>writes real source, not an overlay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79" y="3749039"/>
            <a:ext cx="3017520" cy="1371600"/>
          </a:xfrm>
          <a:prstGeom prst="rect">
            <a:avLst/>
          </a:prstGeom>
          <a:solidFill>
            <a:srgbClr val="F7F8F9"/>
          </a:solidFill>
          <a:ln w="9525">
            <a:solidFill>
              <a:srgbClr val="D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404164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191D"/>
                </a:solidFill>
                <a:latin typeface="Public Sans"/>
              </a:rPr>
              <a:t>Re-scan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4498848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57606A"/>
                </a:solidFill>
                <a:latin typeface="Public Sans"/>
              </a:rPr>
              <a:t>re-renders and checks it worked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749039"/>
            <a:ext cx="3017520" cy="1371600"/>
          </a:xfrm>
          <a:prstGeom prst="rect">
            <a:avLst/>
          </a:prstGeom>
          <a:solidFill>
            <a:srgbClr val="F7F8F9"/>
          </a:solidFill>
          <a:ln w="9525">
            <a:solidFill>
              <a:srgbClr val="D6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404164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A7F37"/>
                </a:solidFill>
                <a:latin typeface="Public Sans"/>
              </a:rPr>
              <a:t>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4498848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57606A"/>
                </a:solidFill>
                <a:latin typeface="Public Sans"/>
              </a:rPr>
              <a:t>unverified changes never 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577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91D"/>
                </a:solidFill>
                <a:latin typeface="Public Sans"/>
              </a:rPr>
              <a:t>Only verified patches reach your pull request.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